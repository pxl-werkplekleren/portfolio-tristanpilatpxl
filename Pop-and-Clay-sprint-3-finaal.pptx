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20" r:id="rId6"/>
    <p:sldId id="324" r:id="rId7"/>
    <p:sldId id="309" r:id="rId8"/>
    <p:sldId id="322" r:id="rId9"/>
    <p:sldId id="323" r:id="rId10"/>
    <p:sldId id="310" r:id="rId11"/>
    <p:sldId id="315" r:id="rId12"/>
    <p:sldId id="318" r:id="rId13"/>
    <p:sldId id="321" r:id="rId14"/>
    <p:sldId id="263" r:id="rId15"/>
    <p:sldId id="314" r:id="rId16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58B28E-B708-42A0-B18F-C07C2FFD9DC6}">
          <p14:sldIdLst>
            <p14:sldId id="317"/>
            <p14:sldId id="320"/>
            <p14:sldId id="324"/>
            <p14:sldId id="309"/>
            <p14:sldId id="322"/>
            <p14:sldId id="323"/>
            <p14:sldId id="310"/>
            <p14:sldId id="315"/>
            <p14:sldId id="318"/>
            <p14:sldId id="321"/>
            <p14:sldId id="263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159E3-6B4B-9235-1414-2502E5169C02}" v="1" dt="2026-05-28T12:49:30.060"/>
    <p1510:client id="{8004851A-A24D-C36E-2796-8FFB7965CB25}" v="2" dt="2026-05-29T06:39:24.845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jah Houben" userId="S::12500274@student.pxl.be::584bd366-c472-45c8-a5eb-2bda3af4185a" providerId="AD" clId="Web-{2AE159E3-6B4B-9235-1414-2502E5169C02}"/>
    <pc:docChg chg="sldOrd">
      <pc:chgData name="Kasjah Houben" userId="S::12500274@student.pxl.be::584bd366-c472-45c8-a5eb-2bda3af4185a" providerId="AD" clId="Web-{2AE159E3-6B4B-9235-1414-2502E5169C02}" dt="2026-05-28T12:49:30.060" v="0"/>
      <pc:docMkLst>
        <pc:docMk/>
      </pc:docMkLst>
      <pc:sldChg chg="ord">
        <pc:chgData name="Kasjah Houben" userId="S::12500274@student.pxl.be::584bd366-c472-45c8-a5eb-2bda3af4185a" providerId="AD" clId="Web-{2AE159E3-6B4B-9235-1414-2502E5169C02}" dt="2026-05-28T12:49:30.060" v="0"/>
        <pc:sldMkLst>
          <pc:docMk/>
          <pc:sldMk cId="4230106960" sldId="310"/>
        </pc:sldMkLst>
      </pc:sldChg>
    </pc:docChg>
  </pc:docChgLst>
  <pc:docChgLst>
    <pc:chgData name="Kasjah Houben" userId="S::12500274@student.pxl.be::584bd366-c472-45c8-a5eb-2bda3af4185a" providerId="AD" clId="Web-{8004851A-A24D-C36E-2796-8FFB7965CB25}"/>
    <pc:docChg chg="sldOrd">
      <pc:chgData name="Kasjah Houben" userId="S::12500274@student.pxl.be::584bd366-c472-45c8-a5eb-2bda3af4185a" providerId="AD" clId="Web-{8004851A-A24D-C36E-2796-8FFB7965CB25}" dt="2026-05-29T06:39:24.845" v="1"/>
      <pc:docMkLst>
        <pc:docMk/>
      </pc:docMkLst>
      <pc:sldChg chg="ord">
        <pc:chgData name="Kasjah Houben" userId="S::12500274@student.pxl.be::584bd366-c472-45c8-a5eb-2bda3af4185a" providerId="AD" clId="Web-{8004851A-A24D-C36E-2796-8FFB7965CB25}" dt="2026-05-29T06:39:24.845" v="1"/>
        <pc:sldMkLst>
          <pc:docMk/>
          <pc:sldMk cId="4230106960" sldId="310"/>
        </pc:sldMkLst>
      </pc:sldChg>
      <pc:sldChg chg="ord">
        <pc:chgData name="Kasjah Houben" userId="S::12500274@student.pxl.be::584bd366-c472-45c8-a5eb-2bda3af4185a" providerId="AD" clId="Web-{8004851A-A24D-C36E-2796-8FFB7965CB25}" dt="2026-05-29T06:39:24.127" v="0"/>
        <pc:sldMkLst>
          <pc:docMk/>
          <pc:sldMk cId="3064996118" sldId="3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pPr rtl="0"/>
            <a:fld id="{14515AFE-66CB-4841-94EB-8C86EA06D168}" type="datetime1">
              <a:rPr lang="nl-NL" smtClean="0"/>
              <a:t>28-5-2026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49E357A0-8177-46BC-BFCE-19D99E3453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nl-NL" sz="1200"/>
            </a:lvl1pPr>
          </a:lstStyle>
          <a:p>
            <a:pPr rtl="0"/>
            <a:endParaRPr lang="nl-NL" noProof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fld id="{415F8323-8943-4EA6-A82E-3F87F0E55AAE}" type="datetime1">
              <a:rPr lang="nl-NL" smtClean="0"/>
              <a:pPr/>
              <a:t>28-5-2026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nl-NL"/>
            </a:defPPr>
          </a:lstStyle>
          <a:p>
            <a:pPr rt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nl-NL"/>
            </a:defPPr>
          </a:lstStyle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7C366290-4595-5745-A50F-D5EC13BAC604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1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B4DB-AEE6-43B6-DFBF-A6DA16AD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DDBE28B-AEC6-B7AE-707C-27E1B22EA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2690F06-4ABD-FB97-D169-9785584BF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2566E61-C860-3A6C-2A83-2F3ED5B98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373991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10278-EF24-598A-A051-35E797B9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6A7B462-490C-147B-FA5B-132D0460C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93EA9B3-6002-8CB9-70F1-5CEF91CDC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446B7D-E94D-6869-465A-5DE358F93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5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941750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EB85-8469-5B95-5276-46F62918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63617F6-1B32-D588-5CDF-3B495AA71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8786621-2866-B060-58E4-A7E2C17A1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3AFF363-EA9C-1004-E122-A5AA09B7F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6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553253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7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8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6AEA-339F-A5F4-A747-A3AA32D8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559AD5F-FCA3-4EE0-F6CD-7D3466B9F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368A97-1226-27AE-F477-1E93F0C98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3FAE2C6-F1C3-DD20-CE43-E4FB3C749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9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185548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6C54-6D67-F124-FABF-5C6C2120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619FC6F-9BC1-8F49-F78A-69A8E33AA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62DAFD4-5DFE-FF67-6C10-42C2D0829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08D08A-32B6-7F44-4E1C-56E4E18B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10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7908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11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7C366290-4595-5745-A50F-D5EC13BAC604}" type="slidenum">
              <a:rPr lang="nl-NL" noProof="0" smtClean="0"/>
              <a:t>12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nl-NL"/>
            </a:defPPr>
          </a:lstStyle>
          <a:p>
            <a:pPr algn="ctr" rtl="0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34" name="Vrije vorm: Vorm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nl-NL" sz="48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rije v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nl-NL" sz="320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nl-NL" sz="2400" cap="all" baseline="0"/>
            </a:lvl1pPr>
            <a:lvl2pPr marL="457200" indent="0" algn="r">
              <a:buNone/>
              <a:defRPr lang="nl-NL" sz="1800">
                <a:latin typeface="+mj-lt"/>
              </a:defRPr>
            </a:lvl2pPr>
            <a:lvl3pPr marL="914400" indent="0" algn="r">
              <a:buNone/>
              <a:defRPr lang="nl-NL"/>
            </a:lvl3pPr>
            <a:lvl4pPr marL="1371600" indent="0" algn="r">
              <a:buNone/>
              <a:defRPr lang="nl-NL"/>
            </a:lvl4pPr>
            <a:lvl5pPr marL="1828800" indent="0" algn="r">
              <a:buNone/>
              <a:defRPr lang="nl-NL"/>
            </a:lvl5pPr>
          </a:lstStyle>
          <a:p>
            <a:pPr lvl="0" rtl="0"/>
            <a:r>
              <a:rPr lang="nl-NL"/>
              <a:t>Klik om tekst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ijschrif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nl-NL" sz="48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nl-NL" sz="1800"/>
            </a:lvl1pPr>
            <a:lvl2pPr marL="457200" indent="0">
              <a:buNone/>
              <a:defRPr lang="nl-NL" sz="2800"/>
            </a:lvl2pPr>
            <a:lvl3pPr marL="914400" indent="0">
              <a:buNone/>
              <a:defRPr lang="nl-NL" sz="2400"/>
            </a:lvl3pPr>
            <a:lvl4pPr marL="1371600" indent="0">
              <a:buNone/>
              <a:defRPr lang="nl-NL" sz="2000"/>
            </a:lvl4pPr>
            <a:lvl5pPr marL="1828800" indent="0">
              <a:buNone/>
              <a:defRPr lang="nl-NL" sz="2000"/>
            </a:lvl5pPr>
            <a:lvl6pPr marL="2286000" indent="0">
              <a:buNone/>
              <a:defRPr lang="nl-NL" sz="2000"/>
            </a:lvl6pPr>
            <a:lvl7pPr marL="2743200" indent="0">
              <a:buNone/>
              <a:defRPr lang="nl-NL" sz="2000"/>
            </a:lvl7pPr>
            <a:lvl8pPr marL="3200400" indent="0">
              <a:buNone/>
              <a:defRPr lang="nl-NL" sz="2000"/>
            </a:lvl8pPr>
            <a:lvl9pPr marL="3657600" indent="0">
              <a:buNone/>
              <a:defRPr lang="nl-NL" sz="2000"/>
            </a:lvl9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30" name="Vrije vorm: Vorm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nl-NL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nl-NL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nl-NL" sz="2400" b="0" cap="all" baseline="0"/>
            </a:lvl1pPr>
            <a:lvl2pPr>
              <a:defRPr lang="nl-NL" sz="2400"/>
            </a:lvl2pPr>
            <a:lvl3pPr>
              <a:defRPr lang="nl-NL" sz="2400"/>
            </a:lvl3pPr>
            <a:lvl4pPr>
              <a:defRPr lang="nl-NL" sz="2400"/>
            </a:lvl4pPr>
            <a:lvl5pPr>
              <a:defRPr lang="nl-NL" sz="2400"/>
            </a:lvl5pPr>
          </a:lstStyle>
          <a:p>
            <a:pPr lvl="0" rtl="0"/>
            <a:r>
              <a:rPr lang="nl-NL"/>
              <a:t>Klik om tekst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e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5" name="Vrije v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3" name="Vrije v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nl-NL" sz="2000"/>
            </a:lvl1pPr>
            <a:lvl2pPr>
              <a:defRPr lang="nl-NL" sz="1800"/>
            </a:lvl2pPr>
            <a:lvl3pPr>
              <a:defRPr lang="nl-NL" sz="1600"/>
            </a:lvl3pPr>
            <a:lvl4pPr>
              <a:defRPr lang="nl-NL" sz="1400"/>
            </a:lvl4pPr>
            <a:lvl5pPr>
              <a:defRPr lang="nl-NL" sz="14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a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Vrije vorm: Vorm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nl-NL"/>
            </a:defPPr>
          </a:lstStyle>
          <a:p>
            <a:pPr algn="ctr" rtl="0"/>
            <a:endParaRPr lang="nl-NL"/>
          </a:p>
        </p:txBody>
      </p:sp>
      <p:sp>
        <p:nvSpPr>
          <p:cNvPr id="4" name="Vrije v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nl-NL" sz="4800" cap="none" baseline="0">
                <a:latin typeface="+mj-lt"/>
              </a:defRPr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2" name="Tijdelijke aanduiding voor tekst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nl-NL" sz="2400" cap="all" baseline="0"/>
            </a:lvl1pPr>
          </a:lstStyle>
          <a:p>
            <a:pPr lvl="0" rtl="0"/>
            <a:r>
              <a:rPr lang="nl-NL"/>
              <a:t>Klik om tekst toe te voegen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2" name="Tijdelijke aanduiding voor inhoud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6" name="Tijdelijke aanduiding voor inhoud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7" name="Vrije v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nl-NL"/>
            </a:defPPr>
          </a:lstStyle>
          <a:p>
            <a:pPr algn="ctr" rtl="0"/>
            <a:endParaRPr lang="nl-NL"/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inhoud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e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11" name="Vrije v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nl-NL" sz="32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10" name="Tijdelijke aanduiding voor inhoud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nl-NL"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nl-NL"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nl-NL"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nl-NL"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</p:txBody>
      </p:sp>
      <p:sp>
        <p:nvSpPr>
          <p:cNvPr id="6" name="Tijdelijke aanduiding voor inhoud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, inhoud en afbeel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rije v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30" name="Vrije vorm: Vorm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stijl te bewerken</a:t>
            </a:r>
          </a:p>
        </p:txBody>
      </p:sp>
      <p:sp>
        <p:nvSpPr>
          <p:cNvPr id="3" name="Tijdelijke aanduiding voor inhoud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nl-NL" sz="2000"/>
            </a:lvl1pPr>
          </a:lstStyle>
          <a:p>
            <a:pPr rtl="0"/>
            <a:r>
              <a:rPr lang="nl-NL"/>
              <a:t>Klik op het pictogram als u een afbeelding wilt toevoegen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twee inhoud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nl-NL"/>
            </a:defPPr>
          </a:lstStyle>
          <a:p>
            <a:pPr algn="ctr" rtl="0"/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6" name="Vrije vorm: Vorm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el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stijl te bewerken</a:t>
            </a:r>
          </a:p>
        </p:txBody>
      </p:sp>
      <p:sp>
        <p:nvSpPr>
          <p:cNvPr id="3" name="Tijdelijke aanduiding voor inhoud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0" name="Tijdelijke aanduiding voor inhoud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nl-NL"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inhou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rije v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6" name="Tijdelijke aanduiding voor inhoud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nl-NL"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2" name="Tijdelijke aanduiding voor inhoud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nl-NL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rije v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nl-NL" sz="32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7" name="Tijdelijke aanduiding voor tabel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Klik op het pictogram als u een tabel wilt toevoegen</a:t>
            </a: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rije v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nl-NL"/>
            </a:defPPr>
          </a:lstStyle>
          <a:p>
            <a:pPr algn="ctr" rtl="0"/>
            <a:endParaRPr lang="nl-NL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nl-NL" sz="48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" name="Tijdelijke aanduiding voor inhoud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nl-NL"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nl-NL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nl-NL" sz="2000"/>
            </a:lvl5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lvl="0" rtl="0"/>
              <a:endParaRPr lang="nl-NL">
                <a:solidFill>
                  <a:schemeClr val="tx1"/>
                </a:solidFill>
              </a:endParaRPr>
            </a:p>
          </p:txBody>
        </p:sp>
      </p:grp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lvl="0" rtl="0"/>
            <a:endParaRPr lang="nl-NL">
              <a:solidFill>
                <a:schemeClr val="tx1"/>
              </a:solidFill>
            </a:endParaRP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nl-NL"/>
            </a:defPPr>
          </a:lstStyle>
          <a:p>
            <a:pPr rtl="0"/>
            <a:r>
              <a:rPr lang="nl-NL"/>
              <a:t>Klik om de titelstijl van het model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nl-NL"/>
            </a:defPPr>
          </a:lstStyle>
          <a:p>
            <a:pPr lvl="0" rtl="0"/>
            <a:r>
              <a:rPr lang="nl-NL"/>
              <a:t>Klik om de tekststijlen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nl-NL" sz="1400">
                <a:solidFill>
                  <a:schemeClr val="tx1"/>
                </a:solidFill>
              </a:defRPr>
            </a:lvl1pPr>
          </a:lstStyle>
          <a:p>
            <a:pPr rtl="0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1400">
                <a:solidFill>
                  <a:schemeClr val="tx1"/>
                </a:solidFill>
              </a:defRPr>
            </a:lvl1pPr>
          </a:lstStyle>
          <a:p>
            <a:pPr rtl="0"/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nl-NL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nl-NL" smtClean="0"/>
              <a:pPr rtl="0"/>
              <a:t>‹#›</a:t>
            </a:fld>
            <a:endParaRPr lang="nl-NL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nl-NL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2824316"/>
            <a:ext cx="10360152" cy="1209368"/>
          </a:xfrm>
        </p:spPr>
        <p:txBody>
          <a:bodyPr rtlCol="0" anchor="ctr"/>
          <a:lstStyle>
            <a:defPPr>
              <a:defRPr lang="nl-NL"/>
            </a:defPPr>
          </a:lstStyle>
          <a:p>
            <a:r>
              <a:rPr lang="nl-BE"/>
              <a:t> </a:t>
            </a:r>
            <a:br>
              <a:rPr lang="nl-BE"/>
            </a:br>
            <a:r>
              <a:rPr lang="nl-BE"/>
              <a:t>Pop &amp; </a:t>
            </a:r>
            <a:r>
              <a:rPr lang="nl-BE" err="1"/>
              <a:t>Clay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27C86-E86B-E440-4006-83148E65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0"/>
            <a:ext cx="10360152" cy="825910"/>
          </a:xfrm>
        </p:spPr>
        <p:txBody>
          <a:bodyPr/>
          <a:lstStyle/>
          <a:p>
            <a:r>
              <a:rPr lang="nl-BE"/>
              <a:t>Inhoudstafel:</a:t>
            </a:r>
          </a:p>
        </p:txBody>
      </p:sp>
      <p:sp>
        <p:nvSpPr>
          <p:cNvPr id="3" name="Titel 18">
            <a:extLst>
              <a:ext uri="{FF2B5EF4-FFF2-40B4-BE49-F238E27FC236}">
                <a16:creationId xmlns:a16="http://schemas.microsoft.com/office/drawing/2014/main" id="{EB7DBFDE-1DD9-F25E-4BFE-E1D549CA3A42}"/>
              </a:ext>
            </a:extLst>
          </p:cNvPr>
          <p:cNvSpPr txBox="1">
            <a:spLocks/>
          </p:cNvSpPr>
          <p:nvPr/>
        </p:nvSpPr>
        <p:spPr>
          <a:xfrm>
            <a:off x="2212258" y="825910"/>
            <a:ext cx="8485240" cy="6032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nl-NL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indent="-914400" algn="l">
              <a:buFont typeface="+mj-lt"/>
              <a:buAutoNum type="arabicPeriod"/>
            </a:pPr>
            <a:r>
              <a:rPr lang="nl-BE" sz="3200" dirty="0"/>
              <a:t>Wat is Pop And Clay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BE" sz="3200" dirty="0"/>
              <a:t>Case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BE" sz="3200" dirty="0"/>
              <a:t>Benchmarking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BE" sz="3200" dirty="0"/>
              <a:t>Interviews en surveys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Persona’s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Campagneconcept + mock-ups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Sitemap Web + Mobile Finaal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Moodboard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Logo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Website uitgewerkt in VUE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App prototype</a:t>
            </a:r>
          </a:p>
          <a:p>
            <a:pPr marL="914400" indent="-914400" algn="l">
              <a:buFont typeface="+mj-lt"/>
              <a:buAutoNum type="arabicPeriod"/>
            </a:pPr>
            <a:r>
              <a:rPr lang="nl-NL" sz="3200" dirty="0"/>
              <a:t> Demo programmeren</a:t>
            </a:r>
          </a:p>
        </p:txBody>
      </p:sp>
    </p:spTree>
    <p:extLst>
      <p:ext uri="{BB962C8B-B14F-4D97-AF65-F5344CB8AC3E}">
        <p14:creationId xmlns:p14="http://schemas.microsoft.com/office/powerpoint/2010/main" val="3686453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38009-1B5D-7BBC-8B9A-CF460F67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4BA2700B-C839-009F-304C-0EC443C2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8" y="292412"/>
            <a:ext cx="6445045" cy="570272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Wat is Pop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Clay</a:t>
            </a:r>
            <a:r>
              <a:rPr lang="nl-NL"/>
              <a:t> en de case?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6F1067-8E9A-B62C-C125-4F62996FA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3</a:t>
            </a:fld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E0023-5B11-043A-9917-45915107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99" y="1453713"/>
            <a:ext cx="3294501" cy="4426091"/>
          </a:xfrm>
          <a:prstGeom prst="rect">
            <a:avLst/>
          </a:prstGeom>
        </p:spPr>
      </p:pic>
      <p:sp>
        <p:nvSpPr>
          <p:cNvPr id="2" name="Titel 18">
            <a:extLst>
              <a:ext uri="{FF2B5EF4-FFF2-40B4-BE49-F238E27FC236}">
                <a16:creationId xmlns:a16="http://schemas.microsoft.com/office/drawing/2014/main" id="{2B6DD4E9-FD4D-E5B8-266F-5A7B9FCAF960}"/>
              </a:ext>
            </a:extLst>
          </p:cNvPr>
          <p:cNvSpPr txBox="1">
            <a:spLocks/>
          </p:cNvSpPr>
          <p:nvPr/>
        </p:nvSpPr>
        <p:spPr>
          <a:xfrm>
            <a:off x="368396" y="1168576"/>
            <a:ext cx="7424687" cy="4824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nl-NL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Handgemaakte juwelen uit klei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Hobby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Online shop voor vlottere verkoop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Aantrekklijk, vlot navigeerbaar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Rebranding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nl-NL" sz="3200" dirty="0"/>
              <a:t>Zachte huistijl</a:t>
            </a:r>
          </a:p>
        </p:txBody>
      </p:sp>
    </p:spTree>
    <p:extLst>
      <p:ext uri="{BB962C8B-B14F-4D97-AF65-F5344CB8AC3E}">
        <p14:creationId xmlns:p14="http://schemas.microsoft.com/office/powerpoint/2010/main" val="2145674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199" y="282858"/>
            <a:ext cx="5181601" cy="570272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Concurrenten onderzoek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4</a:t>
            </a:fld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0B86F-319F-BF63-A33F-1A7F84957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306" y="853130"/>
            <a:ext cx="9909387" cy="437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89934-D57B-99C3-7AF7-9B0A6D62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0EA9323B-01F4-B66F-6D47-4BE450B6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109" y="226143"/>
            <a:ext cx="7339782" cy="570272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Samenvatting interview en </a:t>
            </a:r>
            <a:r>
              <a:rPr lang="nl-NL" err="1"/>
              <a:t>surveys</a:t>
            </a:r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1C9DAE2-12CC-1092-3EBC-1627DC5EE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5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22834AD-8B00-7AFB-1039-FA1C32FA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723" y="900931"/>
            <a:ext cx="4938554" cy="587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67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A049-50E2-FCAD-93C1-8949E016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F58B2006-258B-2D91-65E7-F2AEFDBE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964" y="436258"/>
            <a:ext cx="2493707" cy="570272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 err="1"/>
              <a:t>Persona’s</a:t>
            </a:r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23322FB-23BC-CAF1-32C5-6CEAB4FAA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6</a:t>
            </a:fld>
            <a:endParaRPr lang="nl-NL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957424D-ACF9-7AAE-9A7A-351ED4E8D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946355"/>
            <a:ext cx="4527755" cy="452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702FD6A-F318-F01E-61CC-9E0E1EFA4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7463"/>
            <a:ext cx="5655026" cy="303903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738F76B-433C-BA48-8B6D-88582181E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381" y="1737463"/>
            <a:ext cx="6071619" cy="30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10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873" y="0"/>
            <a:ext cx="3874253" cy="914400"/>
          </a:xfrm>
        </p:spPr>
        <p:txBody>
          <a:bodyPr rtlCol="0"/>
          <a:lstStyle>
            <a:defPPr>
              <a:defRPr lang="nl-NL"/>
            </a:defPPr>
          </a:lstStyle>
          <a:p>
            <a:r>
              <a:rPr lang="nl-NL" dirty="0"/>
              <a:t>Campagneconcept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7</a:t>
            </a:fld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B5BC2D-1550-5CD4-BC77-323604522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34" y="1260327"/>
            <a:ext cx="5825067" cy="4789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28A86E-D2BB-A7FC-C615-6E7340B66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52" y="914400"/>
            <a:ext cx="3160214" cy="56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686" y="309763"/>
            <a:ext cx="4104639" cy="914400"/>
          </a:xfrm>
        </p:spPr>
        <p:txBody>
          <a:bodyPr rtlCol="0"/>
          <a:lstStyle>
            <a:defPPr>
              <a:defRPr lang="nl-NL"/>
            </a:defPPr>
          </a:lstStyle>
          <a:p>
            <a:r>
              <a:rPr lang="nl-NL"/>
              <a:t>Sitemap Web Finaal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8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DC0FC1C-FBB3-E91F-BA46-ADC08037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442589"/>
            <a:ext cx="10461523" cy="480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9D72-FB6E-0420-9087-6E79D96C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CAACD46-ACE7-CA1D-B73B-26E276B1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674" y="204651"/>
            <a:ext cx="4518297" cy="914400"/>
          </a:xfrm>
        </p:spPr>
        <p:txBody>
          <a:bodyPr rtlCol="0"/>
          <a:lstStyle>
            <a:defPPr>
              <a:defRPr lang="nl-NL"/>
            </a:defPPr>
          </a:lstStyle>
          <a:p>
            <a:r>
              <a:rPr lang="nl-NL"/>
              <a:t>Sitemap Mobile Finaal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163025-D127-D627-1109-60D331EDD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9</a:t>
            </a:fld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52848D9-19C1-95E8-C35C-21B3B873C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60" y="1104057"/>
            <a:ext cx="5129524" cy="57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26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DFA4-138E-9727-131F-E50B3664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0B2392DE-AD98-CD03-731E-E5816364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974" y="206478"/>
            <a:ext cx="2576051" cy="570272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M</a:t>
            </a:r>
            <a:r>
              <a:rPr lang="nl-NL" sz="3200"/>
              <a:t>oodboard</a:t>
            </a:r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CE053BE-9E32-DB99-B7F1-46E4FF184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nl-NL"/>
            </a:defPPr>
          </a:lstStyle>
          <a:p>
            <a:pPr rtl="0"/>
            <a:fld id="{58FB4751-880F-D840-AAA9-3A15815CC996}" type="slidenum">
              <a:rPr lang="nl-NL" smtClean="0"/>
              <a:pPr rtl="0"/>
              <a:t>10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B661ED6-6027-16E8-D603-742744BBC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135" y="932818"/>
            <a:ext cx="8121908" cy="592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71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635" y="291934"/>
            <a:ext cx="6917125" cy="663927"/>
          </a:xfrm>
        </p:spPr>
        <p:txBody>
          <a:bodyPr rtlCol="0" anchor="b"/>
          <a:lstStyle>
            <a:defPPr>
              <a:defRPr lang="nl-NL"/>
            </a:defPPr>
          </a:lstStyle>
          <a:p>
            <a:pPr rtl="0"/>
            <a:r>
              <a:rPr lang="nl-NL"/>
              <a:t>Logo: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BE67D3D-67D7-D086-9D2F-33BAEC0A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99" y="1160773"/>
            <a:ext cx="3445706" cy="144756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F2F98EB-1641-F00B-C019-FFC6BFAA0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845" y="2813246"/>
            <a:ext cx="2592215" cy="178363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74A4943-DA42-5313-1E51-7497B8266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413" y="5350703"/>
            <a:ext cx="1329081" cy="121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246" y="3767017"/>
            <a:ext cx="6498397" cy="914400"/>
          </a:xfrm>
        </p:spPr>
        <p:txBody>
          <a:bodyPr rtlCol="0" anchor="b">
            <a:normAutofit fontScale="90000"/>
          </a:bodyPr>
          <a:lstStyle>
            <a:defPPr>
              <a:defRPr lang="nl-NL"/>
            </a:defPPr>
          </a:lstStyle>
          <a:p>
            <a:r>
              <a:rPr lang="nl-NL"/>
              <a:t>Website uitgewerkt in VUE</a:t>
            </a:r>
            <a:br>
              <a:rPr lang="nl-NL"/>
            </a:br>
            <a:br>
              <a:rPr lang="nl-NL"/>
            </a:br>
            <a:r>
              <a:rPr lang="nl-NL"/>
              <a:t>App prototype</a:t>
            </a:r>
            <a:br>
              <a:rPr lang="nl-NL"/>
            </a:br>
            <a:br>
              <a:rPr lang="nl-NL"/>
            </a:br>
            <a:r>
              <a:rPr lang="nl-NL"/>
              <a:t>Demo programmeren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 anchor="ctr">
            <a:normAutofit/>
          </a:bodyPr>
          <a:lstStyle>
            <a:defPPr>
              <a:defRPr lang="nl-NL"/>
            </a:defPPr>
          </a:lstStyle>
          <a:p>
            <a:pPr rtl="0">
              <a:spcAft>
                <a:spcPts val="600"/>
              </a:spcAft>
            </a:pPr>
            <a:fld id="{58FB4751-880F-D840-AAA9-3A15815CC996}" type="slidenum">
              <a:rPr lang="nl-NL" smtClean="0"/>
              <a:pPr rtl="0">
                <a:spcAft>
                  <a:spcPts val="600"/>
                </a:spcAft>
              </a:pPr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angepast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583_TF11964407_Win32" id="{622CA278-8D02-483F-98A0-306C4DBBE7E1}" vid="{FD84B2C6-8E49-4724-8501-18728515C8B6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713d52-4c0b-4c36-bdaa-843f8c6573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B81C557FF9EB4887D9D00B25ADEA65" ma:contentTypeVersion="9" ma:contentTypeDescription="Een nieuw document maken." ma:contentTypeScope="" ma:versionID="368d446039dab4a2dee6535459e7fc5f">
  <xsd:schema xmlns:xsd="http://www.w3.org/2001/XMLSchema" xmlns:xs="http://www.w3.org/2001/XMLSchema" xmlns:p="http://schemas.microsoft.com/office/2006/metadata/properties" xmlns:ns2="43713d52-4c0b-4c36-bdaa-843f8c657398" targetNamespace="http://schemas.microsoft.com/office/2006/metadata/properties" ma:root="true" ma:fieldsID="f13b556c216610bb1a1a717a4d52c135" ns2:_="">
    <xsd:import namespace="43713d52-4c0b-4c36-bdaa-843f8c6573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713d52-4c0b-4c36-bdaa-843f8c657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68e7a3b4-719f-41bf-b6a2-2196479b42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15c03bca-7036-4cc4-8a95-bccae7a37a41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3713d52-4c0b-4c36-bdaa-843f8c657398"/>
  </ds:schemaRefs>
</ds:datastoreItem>
</file>

<file path=customXml/itemProps3.xml><?xml version="1.0" encoding="utf-8"?>
<ds:datastoreItem xmlns:ds="http://schemas.openxmlformats.org/officeDocument/2006/customXml" ds:itemID="{0B74D8B4-6A2A-4D82-A2B1-38E50D5CF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713d52-4c0b-4c36-bdaa-843f8c6573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bff66c5-45db-46ed-8b81-87959e069b90}" enabled="0" method="" siteId="{0bff66c5-45db-46ed-8b81-87959e069b9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{2EF09756-4B3A-4137-89DC-6B253E0E6DED}TF1ed9553b-00c4-4092-846a-c8f7f2908f3bb0a71b8a_win32-702c678f6903</Template>
  <TotalTime>26</TotalTime>
  <Words>112</Words>
  <Application>Microsoft Office PowerPoint</Application>
  <PresentationFormat>Widescreen</PresentationFormat>
  <Paragraphs>50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Aangepast</vt:lpstr>
      <vt:lpstr>  Pop &amp; Clay</vt:lpstr>
      <vt:lpstr>Inhoudstafel:</vt:lpstr>
      <vt:lpstr>Wat is Pop And Clay en de case?</vt:lpstr>
      <vt:lpstr>Concurrenten onderzoek</vt:lpstr>
      <vt:lpstr>Samenvatting interview en surveys</vt:lpstr>
      <vt:lpstr>Persona’s</vt:lpstr>
      <vt:lpstr>Campagneconcept</vt:lpstr>
      <vt:lpstr>Sitemap Web Finaal</vt:lpstr>
      <vt:lpstr>Sitemap Mobile Finaal</vt:lpstr>
      <vt:lpstr>Moodboard</vt:lpstr>
      <vt:lpstr>Logo:</vt:lpstr>
      <vt:lpstr>Website uitgewerkt in VUE  App prototype  Demo programmeren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Elize Mens</dc:creator>
  <cp:lastModifiedBy>Jonas Mush</cp:lastModifiedBy>
  <cp:revision>5</cp:revision>
  <dcterms:created xsi:type="dcterms:W3CDTF">2026-04-02T14:34:18Z</dcterms:created>
  <dcterms:modified xsi:type="dcterms:W3CDTF">2026-05-29T06:39:34Z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0x0101000AB81C557FF9EB4887D9D00B25ADEA65</vt:lpwstr>
  </property>
  <property fmtid="{D5CDD505-2E9C-101B-9397-08002B2CF9AE}" pid="3" name="MediaServiceImageTags">
    <vt:lpwstr/>
  </property>
</Properties>
</file>